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media/image19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13"/>
  </p:notesMasterIdLst>
  <p:sldIdLst>
    <p:sldId id="310" r:id="rId4"/>
    <p:sldId id="282" r:id="rId5"/>
    <p:sldId id="283" r:id="rId6"/>
    <p:sldId id="284" r:id="rId7"/>
    <p:sldId id="312" r:id="rId8"/>
    <p:sldId id="311" r:id="rId9"/>
    <p:sldId id="313" r:id="rId10"/>
    <p:sldId id="314" r:id="rId11"/>
    <p:sldId id="315" r:id="rId12"/>
    <p:sldId id="321" r:id="rId14"/>
    <p:sldId id="316" r:id="rId15"/>
    <p:sldId id="317" r:id="rId16"/>
    <p:sldId id="323" r:id="rId17"/>
    <p:sldId id="324" r:id="rId18"/>
    <p:sldId id="325" r:id="rId19"/>
    <p:sldId id="30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  <p15:guide id="3" orient="horz" pos="339" userDrawn="1">
          <p15:clr>
            <a:srgbClr val="A4A3A4"/>
          </p15:clr>
        </p15:guide>
        <p15:guide id="4" orient="horz" pos="3941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6383C"/>
    <a:srgbClr val="275148"/>
    <a:srgbClr val="39766A"/>
    <a:srgbClr val="77BEB3"/>
    <a:srgbClr val="4AA898"/>
    <a:srgbClr val="66BAAB"/>
    <a:srgbClr val="7AC0B5"/>
    <a:srgbClr val="F9F9F8"/>
    <a:srgbClr val="FFA5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917" y="43"/>
      </p:cViewPr>
      <p:guideLst>
        <p:guide orient="horz" pos="2195"/>
        <p:guide pos="3838"/>
        <p:guide orient="horz" pos="339"/>
        <p:guide orient="horz" pos="3941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5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4.png"/><Relationship Id="rId2" Type="http://schemas.openxmlformats.org/officeDocument/2006/relationships/image" Target="../media/image17.sv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5620" y="1297305"/>
            <a:ext cx="7895590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充电桩覆盖收益最大化问题</a:t>
            </a:r>
            <a:endParaRPr lang="zh-CN" altLang="en-US" sz="4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-- 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带容量限制的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  <a:sym typeface="+mn-ea"/>
              </a:rPr>
              <a:t>最大收益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集合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  <a:sym typeface="+mn-ea"/>
              </a:rPr>
              <a:t>覆盖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问题</a:t>
            </a:r>
            <a:endParaRPr lang="zh-CN" altLang="en-US" sz="28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3" y="549275"/>
            <a:ext cx="2831940" cy="52035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7207" y="5039836"/>
            <a:ext cx="4787582" cy="1373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小组成员：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曹始文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 12532598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杨馥羽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 12532563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13" name="文本框 12"/>
          <p:cNvSpPr txBox="1"/>
          <p:nvPr/>
        </p:nvSpPr>
        <p:spPr>
          <a:xfrm>
            <a:off x="3505200" y="910248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CATALOGUE</a:t>
            </a:r>
            <a:endParaRPr lang="en-US" altLang="zh-CN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任意多边形: 形状 54"/>
          <p:cNvSpPr/>
          <p:nvPr/>
        </p:nvSpPr>
        <p:spPr>
          <a:xfrm rot="2538333">
            <a:off x="-1791458" y="2989510"/>
            <a:ext cx="4479127" cy="3636099"/>
          </a:xfrm>
          <a:custGeom>
            <a:avLst/>
            <a:gdLst>
              <a:gd name="connsiteX0" fmla="*/ 0 w 4479127"/>
              <a:gd name="connsiteY0" fmla="*/ 23029 h 3636099"/>
              <a:gd name="connsiteX1" fmla="*/ 21223 w 4479127"/>
              <a:gd name="connsiteY1" fmla="*/ 10768 h 3636099"/>
              <a:gd name="connsiteX2" fmla="*/ 93677 w 4479127"/>
              <a:gd name="connsiteY2" fmla="*/ 168 h 3636099"/>
              <a:gd name="connsiteX3" fmla="*/ 2029953 w 4479127"/>
              <a:gd name="connsiteY3" fmla="*/ 2008658 h 3636099"/>
              <a:gd name="connsiteX4" fmla="*/ 4103659 w 4479127"/>
              <a:gd name="connsiteY4" fmla="*/ 2247582 h 3636099"/>
              <a:gd name="connsiteX5" fmla="*/ 4451461 w 4479127"/>
              <a:gd name="connsiteY5" fmla="*/ 2519375 h 3636099"/>
              <a:gd name="connsiteX6" fmla="*/ 4479127 w 4479127"/>
              <a:gd name="connsiteY6" fmla="*/ 2552300 h 3636099"/>
              <a:gd name="connsiteX7" fmla="*/ 3288279 w 4479127"/>
              <a:gd name="connsiteY7" fmla="*/ 3636099 h 363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79127" h="3636099">
                <a:moveTo>
                  <a:pt x="0" y="23029"/>
                </a:moveTo>
                <a:lnTo>
                  <a:pt x="21223" y="10768"/>
                </a:lnTo>
                <a:cubicBezTo>
                  <a:pt x="43536" y="2865"/>
                  <a:pt x="67633" y="-860"/>
                  <a:pt x="93677" y="168"/>
                </a:cubicBezTo>
                <a:cubicBezTo>
                  <a:pt x="2527130" y="96156"/>
                  <a:pt x="1361623" y="1634089"/>
                  <a:pt x="2029953" y="2008658"/>
                </a:cubicBezTo>
                <a:cubicBezTo>
                  <a:pt x="2698283" y="2383227"/>
                  <a:pt x="3562925" y="1989632"/>
                  <a:pt x="4103659" y="2247582"/>
                </a:cubicBezTo>
                <a:cubicBezTo>
                  <a:pt x="4238842" y="2312069"/>
                  <a:pt x="4351495" y="2407656"/>
                  <a:pt x="4451461" y="2519375"/>
                </a:cubicBezTo>
                <a:lnTo>
                  <a:pt x="4479127" y="2552300"/>
                </a:lnTo>
                <a:lnTo>
                  <a:pt x="3288279" y="3636099"/>
                </a:ln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任意多边形: 形状 55"/>
          <p:cNvSpPr/>
          <p:nvPr/>
        </p:nvSpPr>
        <p:spPr>
          <a:xfrm rot="14336173">
            <a:off x="9818346" y="3287761"/>
            <a:ext cx="3700397" cy="3451215"/>
          </a:xfrm>
          <a:custGeom>
            <a:avLst/>
            <a:gdLst>
              <a:gd name="connsiteX0" fmla="*/ 3700397 w 3700397"/>
              <a:gd name="connsiteY0" fmla="*/ 3451215 h 3451215"/>
              <a:gd name="connsiteX1" fmla="*/ 0 w 3700397"/>
              <a:gd name="connsiteY1" fmla="*/ 1222182 h 3451215"/>
              <a:gd name="connsiteX2" fmla="*/ 736214 w 3700397"/>
              <a:gd name="connsiteY2" fmla="*/ 0 h 3451215"/>
              <a:gd name="connsiteX3" fmla="*/ 791754 w 3700397"/>
              <a:gd name="connsiteY3" fmla="*/ 30703 h 3451215"/>
              <a:gd name="connsiteX4" fmla="*/ 1416600 w 3700397"/>
              <a:gd name="connsiteY4" fmla="*/ 1850292 h 3451215"/>
              <a:gd name="connsiteX5" fmla="*/ 2838583 w 3700397"/>
              <a:gd name="connsiteY5" fmla="*/ 2089217 h 3451215"/>
              <a:gd name="connsiteX6" fmla="*/ 3641353 w 3700397"/>
              <a:gd name="connsiteY6" fmla="*/ 3397996 h 3451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00397" h="3451215">
                <a:moveTo>
                  <a:pt x="3700397" y="3451215"/>
                </a:moveTo>
                <a:lnTo>
                  <a:pt x="0" y="1222182"/>
                </a:lnTo>
                <a:lnTo>
                  <a:pt x="736214" y="0"/>
                </a:lnTo>
                <a:lnTo>
                  <a:pt x="791754" y="30703"/>
                </a:lnTo>
                <a:cubicBezTo>
                  <a:pt x="1502028" y="473616"/>
                  <a:pt x="1044241" y="1545955"/>
                  <a:pt x="1416600" y="1850292"/>
                </a:cubicBezTo>
                <a:cubicBezTo>
                  <a:pt x="1874887" y="2224862"/>
                  <a:pt x="2467791" y="1831267"/>
                  <a:pt x="2838583" y="2089217"/>
                </a:cubicBezTo>
                <a:cubicBezTo>
                  <a:pt x="3209375" y="2347167"/>
                  <a:pt x="3332975" y="3102697"/>
                  <a:pt x="3641353" y="3397996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9" name="图形 5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363562" y="1640097"/>
            <a:ext cx="1308207" cy="328574"/>
            <a:chOff x="5363562" y="1640097"/>
            <a:chExt cx="1308207" cy="328574"/>
          </a:xfrm>
        </p:grpSpPr>
        <p:sp>
          <p:nvSpPr>
            <p:cNvPr id="58" name="矩形 57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3937635" y="2339975"/>
            <a:ext cx="468884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1.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问题背景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2.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数学建模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3.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复杂度分析与规约证明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4.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算法设计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5.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实验数据与结果分析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01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问题</a:t>
            </a:r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背景</a:t>
            </a:r>
            <a:endParaRPr lang="zh-CN" altLang="en-US" sz="4000">
              <a:solidFill>
                <a:srgbClr val="06383C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问题背景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6" name="文本框 25"/>
          <p:cNvSpPr txBox="1"/>
          <p:nvPr/>
        </p:nvSpPr>
        <p:spPr>
          <a:xfrm>
            <a:off x="516572" y="1622108"/>
            <a:ext cx="11160126" cy="46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某城市有若干住宅楼。每栋楼都有一定数量的用户需要使用电动车充电站。每栋楼的</a:t>
            </a: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每个用户需求被满足时，会产生一定的收益，该收益因楼而异。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城市规划部门已划定若干潜在区域用于安装充电站。每个区域可服务于特定的楼宇，不同区域的覆盖范围可能存在重叠。</a:t>
            </a:r>
            <a:endParaRPr lang="en-US" altLang="zh-CN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如果选定某个区域进行建设，则需承担一定的固定成本。每个区域可容纳的充电站数量有限，且受物理条件、规划或其他因素的限制。</a:t>
            </a:r>
            <a:endParaRPr lang="en-US" altLang="zh-CN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285750" lvl="0" indent="-285750" fontAlgn="auto">
              <a:lnSpc>
                <a:spcPct val="150000"/>
              </a:lnSpc>
              <a:spcBef>
                <a:spcPts val="4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我们的目标是在确保每栋楼的用户都能被分配到合适区域的前提下，确定在哪些区域建设充电站以及每栋楼该如何分配充电站容量。最终目标是在预算和容量限制范围内，最大化净利润，即充电站覆盖用户的总收入减去建设成本。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02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</a:t>
            </a:r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建模</a:t>
            </a:r>
            <a:endParaRPr lang="zh-CN" altLang="en-US" sz="4000">
              <a:solidFill>
                <a:srgbClr val="06383C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6" name="组合 15"/>
          <p:cNvGrpSpPr/>
          <p:nvPr/>
        </p:nvGrpSpPr>
        <p:grpSpPr>
          <a:xfrm>
            <a:off x="516255" y="1683068"/>
            <a:ext cx="11160126" cy="4205922"/>
            <a:chOff x="813" y="2315"/>
            <a:chExt cx="17575" cy="6623"/>
          </a:xfrm>
        </p:grpSpPr>
        <p:sp>
          <p:nvSpPr>
            <p:cNvPr id="26" name="文本框 25"/>
            <p:cNvSpPr txBox="1"/>
            <p:nvPr/>
          </p:nvSpPr>
          <p:spPr>
            <a:xfrm>
              <a:off x="813" y="2315"/>
              <a:ext cx="17575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 fontAlgn="auto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/>
              </a:pP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集合与</a:t>
              </a: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索引：</a:t>
              </a:r>
              <a:endPara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rcRect l="6331" t="34085"/>
            <a:stretch>
              <a:fillRect/>
            </a:stretch>
          </p:blipFill>
          <p:spPr>
            <a:xfrm>
              <a:off x="4801" y="3245"/>
              <a:ext cx="8462" cy="1427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rcRect l="4339"/>
            <a:stretch>
              <a:fillRect/>
            </a:stretch>
          </p:blipFill>
          <p:spPr>
            <a:xfrm>
              <a:off x="4718" y="5516"/>
              <a:ext cx="9726" cy="342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813" y="4804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输入参数：</a:t>
              </a:r>
              <a:endParaRPr lang="zh-CN" altLang="en-US"/>
            </a:p>
          </p:txBody>
        </p:sp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7" name="图形 1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10" name="矩形 9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" name="文本框 14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参数定义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094230"/>
            <a:ext cx="9936480" cy="3049270"/>
          </a:xfrm>
          <a:prstGeom prst="rect">
            <a:avLst/>
          </a:prstGeom>
        </p:spPr>
      </p:pic>
      <p:sp>
        <p:nvSpPr>
          <p:cNvPr id="9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形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13" name="矩形 12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决策</a:t>
            </a: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变量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44" name="组合 43"/>
          <p:cNvGrpSpPr/>
          <p:nvPr/>
        </p:nvGrpSpPr>
        <p:grpSpPr>
          <a:xfrm>
            <a:off x="2249805" y="2002155"/>
            <a:ext cx="7569835" cy="3495675"/>
            <a:chOff x="3543" y="3675"/>
            <a:chExt cx="10788" cy="505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rcRect l="50893" t="8613" r="9596" b="83167"/>
            <a:stretch>
              <a:fillRect/>
            </a:stretch>
          </p:blipFill>
          <p:spPr>
            <a:xfrm>
              <a:off x="7844" y="3675"/>
              <a:ext cx="4356" cy="608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3543" y="3689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1. </a:t>
              </a:r>
              <a:r>
                <a:rPr lang="zh-CN" altLang="en-US"/>
                <a:t>覆盖与建设逻辑</a:t>
              </a:r>
              <a:r>
                <a:rPr lang="zh-CN" altLang="en-US"/>
                <a:t>约束：</a:t>
              </a:r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543" y="4820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2. </a:t>
              </a:r>
              <a:r>
                <a:rPr lang="zh-CN" altLang="en-US"/>
                <a:t>用户</a:t>
              </a:r>
              <a:r>
                <a:rPr lang="zh-CN" altLang="en-US"/>
                <a:t>需求约束：</a:t>
              </a:r>
              <a:endParaRPr lang="zh-CN" altLang="en-US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/>
            <a:srcRect l="61814" t="27691" r="20254" b="59032"/>
            <a:stretch>
              <a:fillRect/>
            </a:stretch>
          </p:blipFill>
          <p:spPr>
            <a:xfrm>
              <a:off x="7844" y="4619"/>
              <a:ext cx="1977" cy="982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3543" y="5945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3. </a:t>
              </a:r>
              <a:r>
                <a:rPr lang="zh-CN" altLang="en-US"/>
                <a:t>区域</a:t>
              </a:r>
              <a:r>
                <a:rPr lang="zh-CN" altLang="en-US"/>
                <a:t>容量约束：</a:t>
              </a:r>
              <a:endParaRPr lang="zh-CN" altLang="en-US"/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1"/>
            <a:srcRect l="62449" t="50663" r="22467" b="36263"/>
            <a:stretch>
              <a:fillRect/>
            </a:stretch>
          </p:blipFill>
          <p:spPr>
            <a:xfrm>
              <a:off x="7844" y="5782"/>
              <a:ext cx="1663" cy="967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3543" y="7073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4. </a:t>
              </a:r>
              <a:r>
                <a:rPr lang="zh-CN" altLang="en-US"/>
                <a:t>充电桩数量</a:t>
              </a:r>
              <a:r>
                <a:rPr lang="zh-CN" altLang="en-US"/>
                <a:t>联动约束：</a:t>
              </a:r>
              <a:endParaRPr lang="zh-CN" altLang="en-US"/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"/>
            <a:srcRect l="60952" t="74081" r="20009" b="17469"/>
            <a:stretch>
              <a:fillRect/>
            </a:stretch>
          </p:blipFill>
          <p:spPr>
            <a:xfrm>
              <a:off x="7844" y="7073"/>
              <a:ext cx="2099" cy="625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/>
          </p:nvSpPr>
          <p:spPr>
            <a:xfrm>
              <a:off x="3543" y="8201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5. </a:t>
              </a:r>
              <a:r>
                <a:rPr lang="zh-CN" altLang="en-US"/>
                <a:t>变量</a:t>
              </a:r>
              <a:r>
                <a:rPr lang="zh-CN" altLang="en-US"/>
                <a:t>类型约束：</a:t>
              </a:r>
              <a:endParaRPr lang="zh-CN" altLang="en-US"/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rcRect l="41161" t="93456"/>
            <a:stretch>
              <a:fillRect/>
            </a:stretch>
          </p:blipFill>
          <p:spPr>
            <a:xfrm>
              <a:off x="7844" y="8200"/>
              <a:ext cx="6487" cy="484"/>
            </a:xfrm>
            <a:prstGeom prst="rect">
              <a:avLst/>
            </a:prstGeom>
          </p:spPr>
        </p:pic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3" name="图形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66" name="矩形 65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70" name="文本框 69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约束</a:t>
            </a: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条件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9" name="组合 28"/>
          <p:cNvGrpSpPr/>
          <p:nvPr/>
        </p:nvGrpSpPr>
        <p:grpSpPr>
          <a:xfrm>
            <a:off x="1046480" y="1692910"/>
            <a:ext cx="8330565" cy="4322445"/>
            <a:chOff x="1648" y="2666"/>
            <a:chExt cx="13119" cy="6807"/>
          </a:xfrm>
        </p:grpSpPr>
        <p:sp>
          <p:nvSpPr>
            <p:cNvPr id="8" name="文本框 7"/>
            <p:cNvSpPr txBox="1"/>
            <p:nvPr/>
          </p:nvSpPr>
          <p:spPr>
            <a:xfrm>
              <a:off x="1648" y="2666"/>
              <a:ext cx="13119" cy="589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1. 总收益计算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所有被成功覆盖的用户带来的总收益可以表示为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2. 总成本计算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为建设各个区域支付的总固定成本为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3. 净收益目标函数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我们希望最大化的净收益（即总收益减去总成本）为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l="70175" t="18434" r="10082" b="67606"/>
            <a:stretch>
              <a:fillRect/>
            </a:stretch>
          </p:blipFill>
          <p:spPr>
            <a:xfrm>
              <a:off x="8809" y="3953"/>
              <a:ext cx="1923" cy="961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rcRect l="73049" t="52469" r="12269" b="32975"/>
            <a:stretch>
              <a:fillRect/>
            </a:stretch>
          </p:blipFill>
          <p:spPr>
            <a:xfrm>
              <a:off x="9056" y="6100"/>
              <a:ext cx="1430" cy="1002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rcRect l="62741" t="86984"/>
            <a:stretch>
              <a:fillRect/>
            </a:stretch>
          </p:blipFill>
          <p:spPr>
            <a:xfrm>
              <a:off x="8052" y="8577"/>
              <a:ext cx="3629" cy="896"/>
            </a:xfrm>
            <a:prstGeom prst="rect">
              <a:avLst/>
            </a:prstGeom>
          </p:spPr>
        </p:pic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33" name="矩形 32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7" name="文本框 36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目标</a:t>
            </a: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函数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33" name="矩形 32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7" name="文本框 36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完整数学规划模型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485" y="2587625"/>
            <a:ext cx="5955030" cy="3225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7415" y="1903095"/>
            <a:ext cx="1001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将上述目标函数与约束条件综合起来，可以得到该充电桩选址与配置问题的形式化数学规划模型：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6255" y="2021840"/>
            <a:ext cx="557911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03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zh-CN" altLang="en-US" sz="4000">
              <a:solidFill>
                <a:srgbClr val="06383C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3145" y="2193925"/>
            <a:ext cx="5271135" cy="279654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516255" y="1607820"/>
            <a:ext cx="11159490" cy="600710"/>
            <a:chOff x="600" y="2560"/>
            <a:chExt cx="17574" cy="946"/>
          </a:xfrm>
        </p:grpSpPr>
        <p:sp>
          <p:nvSpPr>
            <p:cNvPr id="26" name="文本框 25"/>
            <p:cNvSpPr txBox="1"/>
            <p:nvPr/>
          </p:nvSpPr>
          <p:spPr>
            <a:xfrm>
              <a:off x="600" y="2560"/>
              <a:ext cx="17575" cy="9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indent="0" fontAlgn="auto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是否存在一组决策变量</a:t>
              </a:r>
              <a:r>
                <a:rPr lang="en-US" altLang="zh-CN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                 </a:t>
              </a: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满足所有约束</a:t>
              </a:r>
              <a:endParaRPr lang="en-US" altLang="zh-CN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7" y="2752"/>
              <a:ext cx="1252" cy="578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516255" y="5021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且目标函数满足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6255" y="1276350"/>
            <a:ext cx="3996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  <a:sym typeface="+mn-ea"/>
              </a:rPr>
              <a:t>考虑如下判定问题：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575" y="5454015"/>
            <a:ext cx="3322955" cy="666750"/>
          </a:xfrm>
          <a:prstGeom prst="rect">
            <a:avLst/>
          </a:prstGeom>
        </p:spPr>
      </p:pic>
      <p:pic>
        <p:nvPicPr>
          <p:cNvPr id="19" name="图形 1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1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516255" y="1623695"/>
            <a:ext cx="8260080" cy="368300"/>
            <a:chOff x="813" y="2029"/>
            <a:chExt cx="13008" cy="580"/>
          </a:xfrm>
        </p:grpSpPr>
        <p:sp>
          <p:nvSpPr>
            <p:cNvPr id="4" name="文本框 3"/>
            <p:cNvSpPr txBox="1"/>
            <p:nvPr/>
          </p:nvSpPr>
          <p:spPr>
            <a:xfrm>
              <a:off x="813" y="2029"/>
              <a:ext cx="130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给定一个候选解            </a:t>
              </a:r>
              <a:r>
                <a:rPr lang="en-US" altLang="zh-CN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    </a:t>
              </a: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 ，我们可以在多项式时间内验证它是否为一个</a:t>
              </a: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证据。</a:t>
              </a:r>
              <a:endPara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8" y="2031"/>
              <a:ext cx="1252" cy="578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/>
        </p:nvSpPr>
        <p:spPr>
          <a:xfrm>
            <a:off x="923290" y="2228215"/>
            <a:ext cx="9554845" cy="3461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为该</a:t>
            </a: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候选解进行下面三项</a:t>
            </a: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检查：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检查线性约束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检查变量类型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计算目标函数并比较阈值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所有检查时间复杂度不超过</a:t>
            </a:r>
            <a:r>
              <a:rPr lang="en-US" altLang="zh-CN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O(nm)</a:t>
            </a:r>
            <a:endParaRPr lang="en-US" altLang="zh-CN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indent="0" fontAlgn="auto">
              <a:lnSpc>
                <a:spcPct val="150000"/>
              </a:lnSpc>
              <a:buNone/>
            </a:pP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假设所有输入参数都以二进制编码给出，则上述检验步骤的时间复杂度为输入规模的多项式。因此，该判定问题属于</a:t>
            </a:r>
            <a:r>
              <a:rPr lang="en-US" altLang="zh-CN" sz="20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NP</a:t>
            </a: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。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4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16255" y="1353820"/>
            <a:ext cx="864870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为了证明该问题是 NP-hard，我们从经典的集合覆盖问题构造一个多项式时间规约。</a:t>
            </a:r>
            <a:endParaRPr lang="zh-CN" altLang="en-US" sz="1800" b="0" i="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10080"/>
            <a:ext cx="7715250" cy="37953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规约构造</a:t>
            </a:r>
            <a:r>
              <a:rPr lang="zh-CN" altLang="en-US"/>
              <a:t>步骤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水中的倒影&#10;&#10;描述已自动生成"/>
          <p:cNvPicPr>
            <a:picLocks noChangeAspect="1"/>
          </p:cNvPicPr>
          <p:nvPr/>
        </p:nvPicPr>
        <p:blipFill rotWithShape="1"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73"/>
          <a:stretch>
            <a:fillRect/>
          </a:stretch>
        </p:blipFill>
        <p:spPr>
          <a:xfrm>
            <a:off x="0" y="2233837"/>
            <a:ext cx="12192000" cy="4624163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 rot="1800000">
            <a:off x="-2837565" y="-560678"/>
            <a:ext cx="8758494" cy="8561932"/>
            <a:chOff x="-1584327" y="-636879"/>
            <a:chExt cx="8758494" cy="8561932"/>
          </a:xfrm>
        </p:grpSpPr>
        <p:sp>
          <p:nvSpPr>
            <p:cNvPr id="21" name="任意多边形: 形状 20"/>
            <p:cNvSpPr/>
            <p:nvPr/>
          </p:nvSpPr>
          <p:spPr>
            <a:xfrm>
              <a:off x="-887180" y="-636879"/>
              <a:ext cx="8061347" cy="8179266"/>
            </a:xfrm>
            <a:custGeom>
              <a:avLst/>
              <a:gdLst>
                <a:gd name="connsiteX0" fmla="*/ 1517986 w 8061347"/>
                <a:gd name="connsiteY0" fmla="*/ 79814 h 8179266"/>
                <a:gd name="connsiteX1" fmla="*/ 1835341 w 8061347"/>
                <a:gd name="connsiteY1" fmla="*/ 725960 h 8179266"/>
                <a:gd name="connsiteX2" fmla="*/ 1858213 w 8061347"/>
                <a:gd name="connsiteY2" fmla="*/ 1470743 h 8179266"/>
                <a:gd name="connsiteX3" fmla="*/ 2308514 w 8061347"/>
                <a:gd name="connsiteY3" fmla="*/ 1546508 h 8179266"/>
                <a:gd name="connsiteX4" fmla="*/ 2738802 w 8061347"/>
                <a:gd name="connsiteY4" fmla="*/ 1678025 h 8179266"/>
                <a:gd name="connsiteX5" fmla="*/ 2883184 w 8061347"/>
                <a:gd name="connsiteY5" fmla="*/ 2168352 h 8179266"/>
                <a:gd name="connsiteX6" fmla="*/ 3199110 w 8061347"/>
                <a:gd name="connsiteY6" fmla="*/ 2655821 h 8179266"/>
                <a:gd name="connsiteX7" fmla="*/ 4338442 w 8061347"/>
                <a:gd name="connsiteY7" fmla="*/ 3020350 h 8179266"/>
                <a:gd name="connsiteX8" fmla="*/ 4648650 w 8061347"/>
                <a:gd name="connsiteY8" fmla="*/ 4359816 h 8179266"/>
                <a:gd name="connsiteX9" fmla="*/ 4086846 w 8061347"/>
                <a:gd name="connsiteY9" fmla="*/ 5819363 h 8179266"/>
                <a:gd name="connsiteX10" fmla="*/ 4674381 w 8061347"/>
                <a:gd name="connsiteY10" fmla="*/ 6418334 h 8179266"/>
                <a:gd name="connsiteX11" fmla="*/ 5896627 w 8061347"/>
                <a:gd name="connsiteY11" fmla="*/ 6189610 h 8179266"/>
                <a:gd name="connsiteX12" fmla="*/ 6674290 w 8061347"/>
                <a:gd name="connsiteY12" fmla="*/ 6368301 h 8179266"/>
                <a:gd name="connsiteX13" fmla="*/ 7410497 w 8061347"/>
                <a:gd name="connsiteY13" fmla="*/ 5969463 h 8179266"/>
                <a:gd name="connsiteX14" fmla="*/ 8060931 w 8061347"/>
                <a:gd name="connsiteY14" fmla="*/ 6559857 h 8179266"/>
                <a:gd name="connsiteX15" fmla="*/ 7563456 w 8061347"/>
                <a:gd name="connsiteY15" fmla="*/ 7370398 h 8179266"/>
                <a:gd name="connsiteX16" fmla="*/ 6731471 w 8061347"/>
                <a:gd name="connsiteY16" fmla="*/ 7660593 h 8179266"/>
                <a:gd name="connsiteX17" fmla="*/ 4851643 w 8061347"/>
                <a:gd name="connsiteY17" fmla="*/ 8099457 h 8179266"/>
                <a:gd name="connsiteX18" fmla="*/ 4154033 w 8061347"/>
                <a:gd name="connsiteY18" fmla="*/ 8163786 h 8179266"/>
                <a:gd name="connsiteX19" fmla="*/ 3373512 w 8061347"/>
                <a:gd name="connsiteY19" fmla="*/ 7850720 h 8179266"/>
                <a:gd name="connsiteX20" fmla="*/ 1998307 w 8061347"/>
                <a:gd name="connsiteY20" fmla="*/ 7955075 h 8179266"/>
                <a:gd name="connsiteX21" fmla="*/ 746041 w 8061347"/>
                <a:gd name="connsiteY21" fmla="*/ 7571962 h 8179266"/>
                <a:gd name="connsiteX22" fmla="*/ 764625 w 8061347"/>
                <a:gd name="connsiteY22" fmla="*/ 6579870 h 8179266"/>
                <a:gd name="connsiteX23" fmla="*/ 1091986 w 8061347"/>
                <a:gd name="connsiteY23" fmla="*/ 5610652 h 8179266"/>
                <a:gd name="connsiteX24" fmla="*/ 451558 w 8061347"/>
                <a:gd name="connsiteY24" fmla="*/ 4031025 h 8179266"/>
                <a:gd name="connsiteX25" fmla="*/ 85599 w 8061347"/>
                <a:gd name="connsiteY25" fmla="*/ 2407083 h 8179266"/>
                <a:gd name="connsiteX26" fmla="*/ 680283 w 8061347"/>
                <a:gd name="connsiteY26" fmla="*/ 1343515 h 8179266"/>
                <a:gd name="connsiteX27" fmla="*/ 581645 w 8061347"/>
                <a:gd name="connsiteY27" fmla="*/ 757409 h 8179266"/>
                <a:gd name="connsiteX28" fmla="*/ 1517986 w 8061347"/>
                <a:gd name="connsiteY28" fmla="*/ 79814 h 817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61347" h="8179266">
                  <a:moveTo>
                    <a:pt x="1517986" y="79814"/>
                  </a:moveTo>
                  <a:cubicBezTo>
                    <a:pt x="1742421" y="201324"/>
                    <a:pt x="1876797" y="472934"/>
                    <a:pt x="1835341" y="725960"/>
                  </a:cubicBezTo>
                  <a:cubicBezTo>
                    <a:pt x="1798173" y="958973"/>
                    <a:pt x="1572308" y="1299200"/>
                    <a:pt x="1858213" y="1470743"/>
                  </a:cubicBezTo>
                  <a:cubicBezTo>
                    <a:pt x="1989729" y="1550797"/>
                    <a:pt x="2154125" y="1545079"/>
                    <a:pt x="2308514" y="1546508"/>
                  </a:cubicBezTo>
                  <a:cubicBezTo>
                    <a:pt x="2462903" y="1547938"/>
                    <a:pt x="2631587" y="1566521"/>
                    <a:pt x="2738802" y="1678025"/>
                  </a:cubicBezTo>
                  <a:cubicBezTo>
                    <a:pt x="2867459" y="1809541"/>
                    <a:pt x="2853164" y="2001097"/>
                    <a:pt x="2883184" y="2168352"/>
                  </a:cubicBezTo>
                  <a:cubicBezTo>
                    <a:pt x="2920352" y="2371345"/>
                    <a:pt x="3027566" y="2537170"/>
                    <a:pt x="3199110" y="2655821"/>
                  </a:cubicBezTo>
                  <a:cubicBezTo>
                    <a:pt x="3536478" y="2887404"/>
                    <a:pt x="3975343" y="2851666"/>
                    <a:pt x="4338442" y="3020350"/>
                  </a:cubicBezTo>
                  <a:cubicBezTo>
                    <a:pt x="4871656" y="3269087"/>
                    <a:pt x="4800180" y="3882354"/>
                    <a:pt x="4648650" y="4359816"/>
                  </a:cubicBezTo>
                  <a:cubicBezTo>
                    <a:pt x="4495690" y="4841567"/>
                    <a:pt x="4116866" y="5306163"/>
                    <a:pt x="4086846" y="5819363"/>
                  </a:cubicBezTo>
                  <a:cubicBezTo>
                    <a:pt x="4068262" y="6139577"/>
                    <a:pt x="4381328" y="6381166"/>
                    <a:pt x="4674381" y="6418334"/>
                  </a:cubicBezTo>
                  <a:cubicBezTo>
                    <a:pt x="5104669" y="6474086"/>
                    <a:pt x="5476346" y="6175315"/>
                    <a:pt x="5896627" y="6189610"/>
                  </a:cubicBezTo>
                  <a:cubicBezTo>
                    <a:pt x="6158231" y="6198187"/>
                    <a:pt x="6404109" y="6429770"/>
                    <a:pt x="6674290" y="6368301"/>
                  </a:cubicBezTo>
                  <a:cubicBezTo>
                    <a:pt x="6953048" y="6305402"/>
                    <a:pt x="7126020" y="6020926"/>
                    <a:pt x="7410497" y="5969463"/>
                  </a:cubicBezTo>
                  <a:cubicBezTo>
                    <a:pt x="7737858" y="5910852"/>
                    <a:pt x="8049495" y="6228207"/>
                    <a:pt x="8060931" y="6559857"/>
                  </a:cubicBezTo>
                  <a:cubicBezTo>
                    <a:pt x="8072367" y="6891507"/>
                    <a:pt x="7846502" y="7197426"/>
                    <a:pt x="7563456" y="7370398"/>
                  </a:cubicBezTo>
                  <a:cubicBezTo>
                    <a:pt x="7311859" y="7524788"/>
                    <a:pt x="7018806" y="7593405"/>
                    <a:pt x="6731471" y="7660593"/>
                  </a:cubicBezTo>
                  <a:cubicBezTo>
                    <a:pt x="6105338" y="7806404"/>
                    <a:pt x="5477776" y="7953646"/>
                    <a:pt x="4851643" y="8099457"/>
                  </a:cubicBezTo>
                  <a:cubicBezTo>
                    <a:pt x="4622919" y="8152349"/>
                    <a:pt x="4385617" y="8206671"/>
                    <a:pt x="4154033" y="8163786"/>
                  </a:cubicBezTo>
                  <a:cubicBezTo>
                    <a:pt x="3878135" y="8112323"/>
                    <a:pt x="3642263" y="7930773"/>
                    <a:pt x="3373512" y="7850720"/>
                  </a:cubicBezTo>
                  <a:cubicBezTo>
                    <a:pt x="2927499" y="7719203"/>
                    <a:pt x="2457185" y="7879310"/>
                    <a:pt x="1998307" y="7955075"/>
                  </a:cubicBezTo>
                  <a:cubicBezTo>
                    <a:pt x="1539428" y="8030840"/>
                    <a:pt x="981913" y="7972230"/>
                    <a:pt x="746041" y="7571962"/>
                  </a:cubicBezTo>
                  <a:cubicBezTo>
                    <a:pt x="571639" y="7276050"/>
                    <a:pt x="641685" y="6898655"/>
                    <a:pt x="764625" y="6579870"/>
                  </a:cubicBezTo>
                  <a:cubicBezTo>
                    <a:pt x="888994" y="6259657"/>
                    <a:pt x="1063396" y="5950879"/>
                    <a:pt x="1091986" y="5610652"/>
                  </a:cubicBezTo>
                  <a:cubicBezTo>
                    <a:pt x="1140590" y="5033123"/>
                    <a:pt x="767484" y="4517064"/>
                    <a:pt x="451558" y="4031025"/>
                  </a:cubicBezTo>
                  <a:cubicBezTo>
                    <a:pt x="135633" y="3544986"/>
                    <a:pt x="-147414" y="2937437"/>
                    <a:pt x="85599" y="2407083"/>
                  </a:cubicBezTo>
                  <a:cubicBezTo>
                    <a:pt x="251425" y="2029688"/>
                    <a:pt x="657410" y="1755219"/>
                    <a:pt x="680283" y="1343515"/>
                  </a:cubicBezTo>
                  <a:cubicBezTo>
                    <a:pt x="691719" y="1144811"/>
                    <a:pt x="607377" y="954684"/>
                    <a:pt x="581645" y="757409"/>
                  </a:cubicBezTo>
                  <a:cubicBezTo>
                    <a:pt x="520176" y="245639"/>
                    <a:pt x="1029087" y="-183219"/>
                    <a:pt x="1517986" y="79814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-1584327" y="234558"/>
              <a:ext cx="8595502" cy="7690495"/>
            </a:xfrm>
            <a:custGeom>
              <a:avLst/>
              <a:gdLst>
                <a:gd name="connsiteX0" fmla="*/ 2012141 w 8595502"/>
                <a:gd name="connsiteY0" fmla="*/ 1511344 h 7690495"/>
                <a:gd name="connsiteX1" fmla="*/ 3420225 w 8595502"/>
                <a:gd name="connsiteY1" fmla="*/ 2173214 h 7690495"/>
                <a:gd name="connsiteX2" fmla="*/ 3886251 w 8595502"/>
                <a:gd name="connsiteY2" fmla="*/ 3345426 h 7690495"/>
                <a:gd name="connsiteX3" fmla="*/ 3846224 w 8595502"/>
                <a:gd name="connsiteY3" fmla="*/ 4650584 h 7690495"/>
                <a:gd name="connsiteX4" fmla="*/ 4535256 w 8595502"/>
                <a:gd name="connsiteY4" fmla="*/ 5678413 h 7690495"/>
                <a:gd name="connsiteX5" fmla="*/ 6236393 w 8595502"/>
                <a:gd name="connsiteY5" fmla="*/ 5485427 h 7690495"/>
                <a:gd name="connsiteX6" fmla="*/ 7239922 w 8595502"/>
                <a:gd name="connsiteY6" fmla="*/ 5745601 h 7690495"/>
                <a:gd name="connsiteX7" fmla="*/ 8254886 w 8595502"/>
                <a:gd name="connsiteY7" fmla="*/ 5649823 h 7690495"/>
                <a:gd name="connsiteX8" fmla="*/ 8572241 w 8595502"/>
                <a:gd name="connsiteY8" fmla="*/ 6386029 h 7690495"/>
                <a:gd name="connsiteX9" fmla="*/ 7984705 w 8595502"/>
                <a:gd name="connsiteY9" fmla="*/ 6999295 h 7690495"/>
                <a:gd name="connsiteX10" fmla="*/ 7131277 w 8595502"/>
                <a:gd name="connsiteY10" fmla="*/ 7190852 h 7690495"/>
                <a:gd name="connsiteX11" fmla="*/ 4513813 w 8595502"/>
                <a:gd name="connsiteY11" fmla="*/ 7515355 h 7690495"/>
                <a:gd name="connsiteX12" fmla="*/ 3031394 w 8595502"/>
                <a:gd name="connsiteY12" fmla="*/ 7674032 h 7690495"/>
                <a:gd name="connsiteX13" fmla="*/ 1743390 w 8595502"/>
                <a:gd name="connsiteY13" fmla="*/ 7473898 h 7690495"/>
                <a:gd name="connsiteX14" fmla="*/ 1052928 w 8595502"/>
                <a:gd name="connsiteY14" fmla="*/ 6576156 h 7690495"/>
                <a:gd name="connsiteX15" fmla="*/ 446809 w 8595502"/>
                <a:gd name="connsiteY15" fmla="*/ 4481900 h 7690495"/>
                <a:gd name="connsiteX16" fmla="*/ 652661 w 8595502"/>
                <a:gd name="connsiteY16" fmla="*/ 3285386 h 7690495"/>
                <a:gd name="connsiteX17" fmla="*/ 35105 w 8595502"/>
                <a:gd name="connsiteY17" fmla="*/ 1717196 h 7690495"/>
                <a:gd name="connsiteX18" fmla="*/ 343883 w 8595502"/>
                <a:gd name="connsiteY18" fmla="*/ 464930 h 7690495"/>
                <a:gd name="connsiteX19" fmla="*/ 1544686 w 8595502"/>
                <a:gd name="connsiteY19" fmla="*/ 111837 h 7690495"/>
                <a:gd name="connsiteX20" fmla="*/ 2012141 w 8595502"/>
                <a:gd name="connsiteY20" fmla="*/ 1511344 h 769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95502" h="7690495">
                  <a:moveTo>
                    <a:pt x="2012141" y="1511344"/>
                  </a:moveTo>
                  <a:cubicBezTo>
                    <a:pt x="2336644" y="1925906"/>
                    <a:pt x="2999944" y="1858719"/>
                    <a:pt x="3420225" y="2173214"/>
                  </a:cubicBezTo>
                  <a:cubicBezTo>
                    <a:pt x="3769030" y="2434818"/>
                    <a:pt x="3884821" y="2909420"/>
                    <a:pt x="3886251" y="3345426"/>
                  </a:cubicBezTo>
                  <a:cubicBezTo>
                    <a:pt x="3887680" y="3781432"/>
                    <a:pt x="3799050" y="4217437"/>
                    <a:pt x="3846224" y="4650584"/>
                  </a:cubicBezTo>
                  <a:cubicBezTo>
                    <a:pt x="3893398" y="5083730"/>
                    <a:pt x="4122123" y="5539749"/>
                    <a:pt x="4535256" y="5678413"/>
                  </a:cubicBezTo>
                  <a:cubicBezTo>
                    <a:pt x="5084195" y="5861393"/>
                    <a:pt x="5661724" y="5418239"/>
                    <a:pt x="6236393" y="5485427"/>
                  </a:cubicBezTo>
                  <a:cubicBezTo>
                    <a:pt x="6580910" y="5525454"/>
                    <a:pt x="6892547" y="5747030"/>
                    <a:pt x="7239922" y="5745601"/>
                  </a:cubicBezTo>
                  <a:cubicBezTo>
                    <a:pt x="7584437" y="5744171"/>
                    <a:pt x="7934671" y="5522595"/>
                    <a:pt x="8254886" y="5649823"/>
                  </a:cubicBezTo>
                  <a:cubicBezTo>
                    <a:pt x="8526496" y="5758467"/>
                    <a:pt x="8650865" y="6104412"/>
                    <a:pt x="8572241" y="6386029"/>
                  </a:cubicBezTo>
                  <a:cubicBezTo>
                    <a:pt x="8492187" y="6667646"/>
                    <a:pt x="8252027" y="6880645"/>
                    <a:pt x="7984705" y="6999295"/>
                  </a:cubicBezTo>
                  <a:cubicBezTo>
                    <a:pt x="7717384" y="7117947"/>
                    <a:pt x="7421472" y="7155114"/>
                    <a:pt x="7131277" y="7190852"/>
                  </a:cubicBezTo>
                  <a:cubicBezTo>
                    <a:pt x="6259266" y="7299496"/>
                    <a:pt x="5387254" y="7406710"/>
                    <a:pt x="4513813" y="7515355"/>
                  </a:cubicBezTo>
                  <a:cubicBezTo>
                    <a:pt x="4020626" y="7576824"/>
                    <a:pt x="3527440" y="7636865"/>
                    <a:pt x="3031394" y="7674032"/>
                  </a:cubicBezTo>
                  <a:cubicBezTo>
                    <a:pt x="2589670" y="7706911"/>
                    <a:pt x="2115067" y="7712629"/>
                    <a:pt x="1743390" y="7473898"/>
                  </a:cubicBezTo>
                  <a:cubicBezTo>
                    <a:pt x="1421746" y="7268047"/>
                    <a:pt x="1230190" y="6914954"/>
                    <a:pt x="1052928" y="6576156"/>
                  </a:cubicBezTo>
                  <a:cubicBezTo>
                    <a:pt x="708412" y="5921433"/>
                    <a:pt x="355319" y="5213817"/>
                    <a:pt x="446809" y="4481900"/>
                  </a:cubicBezTo>
                  <a:cubicBezTo>
                    <a:pt x="498272" y="4078773"/>
                    <a:pt x="684110" y="3689942"/>
                    <a:pt x="652661" y="3285386"/>
                  </a:cubicBezTo>
                  <a:cubicBezTo>
                    <a:pt x="609775" y="2722152"/>
                    <a:pt x="162333" y="2267563"/>
                    <a:pt x="35105" y="1717196"/>
                  </a:cubicBezTo>
                  <a:cubicBezTo>
                    <a:pt x="-64962" y="1282619"/>
                    <a:pt x="52259" y="802298"/>
                    <a:pt x="343883" y="464930"/>
                  </a:cubicBezTo>
                  <a:cubicBezTo>
                    <a:pt x="635506" y="126133"/>
                    <a:pt x="1120116" y="-168350"/>
                    <a:pt x="1544686" y="111837"/>
                  </a:cubicBezTo>
                  <a:cubicBezTo>
                    <a:pt x="2057886" y="449206"/>
                    <a:pt x="1659048" y="1061043"/>
                    <a:pt x="2012141" y="1511344"/>
                  </a:cubicBezTo>
                  <a:close/>
                </a:path>
              </a:pathLst>
            </a:custGeom>
            <a:solidFill>
              <a:srgbClr val="4AA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-521860" y="5673108"/>
              <a:ext cx="6450634" cy="1731437"/>
            </a:xfrm>
            <a:custGeom>
              <a:avLst/>
              <a:gdLst>
                <a:gd name="connsiteX0" fmla="*/ 1161243 w 6450634"/>
                <a:gd name="connsiteY0" fmla="*/ 211272 h 1731437"/>
                <a:gd name="connsiteX1" fmla="*/ 1647282 w 6450634"/>
                <a:gd name="connsiteY1" fmla="*/ 1131 h 1731437"/>
                <a:gd name="connsiteX2" fmla="*/ 2440670 w 6450634"/>
                <a:gd name="connsiteY2" fmla="*/ 422842 h 1731437"/>
                <a:gd name="connsiteX3" fmla="*/ 3628607 w 6450634"/>
                <a:gd name="connsiteY3" fmla="*/ 394251 h 1731437"/>
                <a:gd name="connsiteX4" fmla="*/ 4374820 w 6450634"/>
                <a:gd name="connsiteY4" fmla="*/ 791659 h 1731437"/>
                <a:gd name="connsiteX5" fmla="*/ 5175355 w 6450634"/>
                <a:gd name="connsiteY5" fmla="*/ 937471 h 1731437"/>
                <a:gd name="connsiteX6" fmla="*/ 5607073 w 6450634"/>
                <a:gd name="connsiteY6" fmla="*/ 580090 h 1731437"/>
                <a:gd name="connsiteX7" fmla="*/ 6218910 w 6450634"/>
                <a:gd name="connsiteY7" fmla="*/ 554358 h 1731437"/>
                <a:gd name="connsiteX8" fmla="*/ 6424762 w 6450634"/>
                <a:gd name="connsiteY8" fmla="*/ 1114733 h 1731437"/>
                <a:gd name="connsiteX9" fmla="*/ 5831508 w 6450634"/>
                <a:gd name="connsiteY9" fmla="*/ 1464967 h 1731437"/>
                <a:gd name="connsiteX10" fmla="*/ 5103879 w 6450634"/>
                <a:gd name="connsiteY10" fmla="*/ 1397779 h 1731437"/>
                <a:gd name="connsiteX11" fmla="*/ 3914513 w 6450634"/>
                <a:gd name="connsiteY11" fmla="*/ 1610778 h 1731437"/>
                <a:gd name="connsiteX12" fmla="*/ 2717998 w 6450634"/>
                <a:gd name="connsiteY12" fmla="*/ 1669389 h 1731437"/>
                <a:gd name="connsiteX13" fmla="*/ 1743061 w 6450634"/>
                <a:gd name="connsiteY13" fmla="*/ 1264833 h 1731437"/>
                <a:gd name="connsiteX14" fmla="*/ 758116 w 6450634"/>
                <a:gd name="connsiteY14" fmla="*/ 1329162 h 1731437"/>
                <a:gd name="connsiteX15" fmla="*/ 96245 w 6450634"/>
                <a:gd name="connsiteY15" fmla="*/ 888867 h 1731437"/>
                <a:gd name="connsiteX16" fmla="*/ 24769 w 6450634"/>
                <a:gd name="connsiteY16" fmla="*/ 384244 h 1731437"/>
                <a:gd name="connsiteX17" fmla="*/ 1161243 w 6450634"/>
                <a:gd name="connsiteY17" fmla="*/ 211272 h 173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50634" h="1731437">
                  <a:moveTo>
                    <a:pt x="1161243" y="211272"/>
                  </a:moveTo>
                  <a:cubicBezTo>
                    <a:pt x="1327068" y="148372"/>
                    <a:pt x="1470021" y="13997"/>
                    <a:pt x="1647282" y="1131"/>
                  </a:cubicBezTo>
                  <a:cubicBezTo>
                    <a:pt x="1951771" y="-21741"/>
                    <a:pt x="2157624" y="308480"/>
                    <a:pt x="2440670" y="422842"/>
                  </a:cubicBezTo>
                  <a:cubicBezTo>
                    <a:pt x="2812347" y="572942"/>
                    <a:pt x="3234058" y="327063"/>
                    <a:pt x="3628607" y="394251"/>
                  </a:cubicBezTo>
                  <a:cubicBezTo>
                    <a:pt x="3908794" y="441425"/>
                    <a:pt x="4136089" y="638700"/>
                    <a:pt x="4374820" y="791659"/>
                  </a:cubicBezTo>
                  <a:cubicBezTo>
                    <a:pt x="4613551" y="946048"/>
                    <a:pt x="4920900" y="1063269"/>
                    <a:pt x="5175355" y="937471"/>
                  </a:cubicBezTo>
                  <a:cubicBezTo>
                    <a:pt x="5344040" y="854559"/>
                    <a:pt x="5451254" y="684445"/>
                    <a:pt x="5607073" y="580090"/>
                  </a:cubicBezTo>
                  <a:cubicBezTo>
                    <a:pt x="5785763" y="460009"/>
                    <a:pt x="6035931" y="441425"/>
                    <a:pt x="6218910" y="554358"/>
                  </a:cubicBezTo>
                  <a:cubicBezTo>
                    <a:pt x="6403319" y="667291"/>
                    <a:pt x="6500527" y="913169"/>
                    <a:pt x="6424762" y="1114733"/>
                  </a:cubicBezTo>
                  <a:cubicBezTo>
                    <a:pt x="6338990" y="1342027"/>
                    <a:pt x="6074528" y="1454960"/>
                    <a:pt x="5831508" y="1464967"/>
                  </a:cubicBezTo>
                  <a:cubicBezTo>
                    <a:pt x="5588488" y="1474973"/>
                    <a:pt x="5348328" y="1409215"/>
                    <a:pt x="5103879" y="1397779"/>
                  </a:cubicBezTo>
                  <a:cubicBezTo>
                    <a:pt x="4699323" y="1377765"/>
                    <a:pt x="4304773" y="1507853"/>
                    <a:pt x="3914513" y="1610778"/>
                  </a:cubicBezTo>
                  <a:cubicBezTo>
                    <a:pt x="3522822" y="1713704"/>
                    <a:pt x="3103970" y="1790899"/>
                    <a:pt x="2717998" y="1669389"/>
                  </a:cubicBezTo>
                  <a:cubicBezTo>
                    <a:pt x="2380630" y="1562174"/>
                    <a:pt x="2093295" y="1310577"/>
                    <a:pt x="1743061" y="1264833"/>
                  </a:cubicBezTo>
                  <a:cubicBezTo>
                    <a:pt x="1415699" y="1221947"/>
                    <a:pt x="1086908" y="1367758"/>
                    <a:pt x="758116" y="1329162"/>
                  </a:cubicBezTo>
                  <a:cubicBezTo>
                    <a:pt x="485077" y="1296282"/>
                    <a:pt x="232050" y="1127598"/>
                    <a:pt x="96245" y="888867"/>
                  </a:cubicBezTo>
                  <a:cubicBezTo>
                    <a:pt x="10474" y="737337"/>
                    <a:pt x="-29553" y="551499"/>
                    <a:pt x="24769" y="384244"/>
                  </a:cubicBezTo>
                  <a:cubicBezTo>
                    <a:pt x="190594" y="-133244"/>
                    <a:pt x="831022" y="337070"/>
                    <a:pt x="1161243" y="211272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 rot="1052935">
            <a:off x="7906655" y="-839703"/>
            <a:ext cx="6256476" cy="9581246"/>
            <a:chOff x="8032341" y="-899399"/>
            <a:chExt cx="6256476" cy="9581246"/>
          </a:xfrm>
        </p:grpSpPr>
        <p:sp>
          <p:nvSpPr>
            <p:cNvPr id="28" name="任意多边形: 形状 27"/>
            <p:cNvSpPr/>
            <p:nvPr/>
          </p:nvSpPr>
          <p:spPr>
            <a:xfrm>
              <a:off x="8249140" y="-453104"/>
              <a:ext cx="6039677" cy="9134951"/>
            </a:xfrm>
            <a:custGeom>
              <a:avLst/>
              <a:gdLst>
                <a:gd name="connsiteX0" fmla="*/ 380115 w 6039677"/>
                <a:gd name="connsiteY0" fmla="*/ 1994961 h 9134951"/>
                <a:gd name="connsiteX1" fmla="*/ 2055333 w 6039677"/>
                <a:gd name="connsiteY1" fmla="*/ 2817368 h 9134951"/>
                <a:gd name="connsiteX2" fmla="*/ 2499220 w 6039677"/>
                <a:gd name="connsiteY2" fmla="*/ 4025896 h 9134951"/>
                <a:gd name="connsiteX3" fmla="*/ 2479458 w 6039677"/>
                <a:gd name="connsiteY3" fmla="*/ 5346916 h 9134951"/>
                <a:gd name="connsiteX4" fmla="*/ 3032797 w 6039677"/>
                <a:gd name="connsiteY4" fmla="*/ 6500718 h 9134951"/>
                <a:gd name="connsiteX5" fmla="*/ 3601337 w 6039677"/>
                <a:gd name="connsiteY5" fmla="*/ 6784988 h 9134951"/>
                <a:gd name="connsiteX6" fmla="*/ 4025462 w 6039677"/>
                <a:gd name="connsiteY6" fmla="*/ 7233436 h 9134951"/>
                <a:gd name="connsiteX7" fmla="*/ 3812640 w 6039677"/>
                <a:gd name="connsiteY7" fmla="*/ 8168335 h 9134951"/>
                <a:gd name="connsiteX8" fmla="*/ 4128834 w 6039677"/>
                <a:gd name="connsiteY8" fmla="*/ 8969460 h 9134951"/>
                <a:gd name="connsiteX9" fmla="*/ 4984685 w 6039677"/>
                <a:gd name="connsiteY9" fmla="*/ 9057629 h 9134951"/>
                <a:gd name="connsiteX10" fmla="*/ 5583628 w 6039677"/>
                <a:gd name="connsiteY10" fmla="*/ 7750291 h 9134951"/>
                <a:gd name="connsiteX11" fmla="*/ 5484818 w 6039677"/>
                <a:gd name="connsiteY11" fmla="*/ 6231650 h 9134951"/>
                <a:gd name="connsiteX12" fmla="*/ 5908943 w 6039677"/>
                <a:gd name="connsiteY12" fmla="*/ 4915190 h 9134951"/>
                <a:gd name="connsiteX13" fmla="*/ 5598830 w 6039677"/>
                <a:gd name="connsiteY13" fmla="*/ 1614920 h 9134951"/>
                <a:gd name="connsiteX14" fmla="*/ 4986205 w 6039677"/>
                <a:gd name="connsiteY14" fmla="*/ 473280 h 9134951"/>
                <a:gd name="connsiteX15" fmla="*/ 4247406 w 6039677"/>
                <a:gd name="connsiteY15" fmla="*/ 263497 h 9134951"/>
                <a:gd name="connsiteX16" fmla="*/ 3052559 w 6039677"/>
                <a:gd name="connsiteY16" fmla="*/ 628336 h 9134951"/>
                <a:gd name="connsiteX17" fmla="*/ 2099418 w 6039677"/>
                <a:gd name="connsiteY17" fmla="*/ 374469 h 9134951"/>
                <a:gd name="connsiteX18" fmla="*/ 1173639 w 6039677"/>
                <a:gd name="connsiteY18" fmla="*/ 11151 h 9134951"/>
                <a:gd name="connsiteX19" fmla="*/ 380115 w 6039677"/>
                <a:gd name="connsiteY19" fmla="*/ 1994961 h 91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39677" h="9134951">
                  <a:moveTo>
                    <a:pt x="380115" y="1994961"/>
                  </a:moveTo>
                  <a:cubicBezTo>
                    <a:pt x="855925" y="2403884"/>
                    <a:pt x="1599284" y="2387162"/>
                    <a:pt x="2055333" y="2817368"/>
                  </a:cubicBezTo>
                  <a:cubicBezTo>
                    <a:pt x="2376087" y="3119880"/>
                    <a:pt x="2487059" y="3585049"/>
                    <a:pt x="2499220" y="4025896"/>
                  </a:cubicBezTo>
                  <a:cubicBezTo>
                    <a:pt x="2512902" y="4466743"/>
                    <a:pt x="2444494" y="4907589"/>
                    <a:pt x="2479458" y="5346916"/>
                  </a:cubicBezTo>
                  <a:cubicBezTo>
                    <a:pt x="2514422" y="5786243"/>
                    <a:pt x="2672519" y="6246851"/>
                    <a:pt x="3032797" y="6500718"/>
                  </a:cubicBezTo>
                  <a:cubicBezTo>
                    <a:pt x="3206095" y="6622331"/>
                    <a:pt x="3412837" y="6687698"/>
                    <a:pt x="3601337" y="6784988"/>
                  </a:cubicBezTo>
                  <a:cubicBezTo>
                    <a:pt x="3789838" y="6882279"/>
                    <a:pt x="3970737" y="7028214"/>
                    <a:pt x="4025462" y="7233436"/>
                  </a:cubicBezTo>
                  <a:cubicBezTo>
                    <a:pt x="4107552" y="7546589"/>
                    <a:pt x="3867366" y="7849101"/>
                    <a:pt x="3812640" y="8168335"/>
                  </a:cubicBezTo>
                  <a:cubicBezTo>
                    <a:pt x="3762475" y="8466287"/>
                    <a:pt x="3888648" y="8787040"/>
                    <a:pt x="4128834" y="8969460"/>
                  </a:cubicBezTo>
                  <a:cubicBezTo>
                    <a:pt x="4369019" y="9151879"/>
                    <a:pt x="4712576" y="9186843"/>
                    <a:pt x="4984685" y="9057629"/>
                  </a:cubicBezTo>
                  <a:cubicBezTo>
                    <a:pt x="5443774" y="8840246"/>
                    <a:pt x="5604911" y="8258025"/>
                    <a:pt x="5583628" y="7750291"/>
                  </a:cubicBezTo>
                  <a:cubicBezTo>
                    <a:pt x="5563866" y="7242557"/>
                    <a:pt x="5416411" y="6736343"/>
                    <a:pt x="5484818" y="6231650"/>
                  </a:cubicBezTo>
                  <a:cubicBezTo>
                    <a:pt x="5547145" y="5774081"/>
                    <a:pt x="5779730" y="5357557"/>
                    <a:pt x="5908943" y="4915190"/>
                  </a:cubicBezTo>
                  <a:cubicBezTo>
                    <a:pt x="6223616" y="3838916"/>
                    <a:pt x="5910463" y="2691195"/>
                    <a:pt x="5598830" y="1614920"/>
                  </a:cubicBezTo>
                  <a:cubicBezTo>
                    <a:pt x="5475697" y="1192316"/>
                    <a:pt x="5334322" y="740828"/>
                    <a:pt x="4986205" y="473280"/>
                  </a:cubicBezTo>
                  <a:cubicBezTo>
                    <a:pt x="4777943" y="313663"/>
                    <a:pt x="4507354" y="236134"/>
                    <a:pt x="4247406" y="263497"/>
                  </a:cubicBezTo>
                  <a:cubicBezTo>
                    <a:pt x="3830882" y="306062"/>
                    <a:pt x="3469083" y="593372"/>
                    <a:pt x="3052559" y="628336"/>
                  </a:cubicBezTo>
                  <a:cubicBezTo>
                    <a:pt x="2721164" y="657219"/>
                    <a:pt x="2397369" y="521925"/>
                    <a:pt x="2099418" y="374469"/>
                  </a:cubicBezTo>
                  <a:cubicBezTo>
                    <a:pt x="1799946" y="227013"/>
                    <a:pt x="1501994" y="58276"/>
                    <a:pt x="1173639" y="11151"/>
                  </a:cubicBezTo>
                  <a:cubicBezTo>
                    <a:pt x="85203" y="-142386"/>
                    <a:pt x="-393648" y="1329130"/>
                    <a:pt x="380115" y="1994961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8032341" y="-867604"/>
              <a:ext cx="5660597" cy="8675620"/>
            </a:xfrm>
            <a:custGeom>
              <a:avLst/>
              <a:gdLst>
                <a:gd name="connsiteX0" fmla="*/ 111 w 5660597"/>
                <a:gd name="connsiteY0" fmla="*/ 731827 h 8675620"/>
                <a:gd name="connsiteX1" fmla="*/ 673543 w 5660597"/>
                <a:gd name="connsiteY1" fmla="*/ 1622641 h 8675620"/>
                <a:gd name="connsiteX2" fmla="*/ 2227148 w 5660597"/>
                <a:gd name="connsiteY2" fmla="*/ 1805061 h 8675620"/>
                <a:gd name="connsiteX3" fmla="*/ 3162048 w 5660597"/>
                <a:gd name="connsiteY3" fmla="*/ 2495214 h 8675620"/>
                <a:gd name="connsiteX4" fmla="*/ 3335346 w 5660597"/>
                <a:gd name="connsiteY4" fmla="*/ 3644456 h 8675620"/>
                <a:gd name="connsiteX5" fmla="*/ 3133164 w 5660597"/>
                <a:gd name="connsiteY5" fmla="*/ 4263161 h 8675620"/>
                <a:gd name="connsiteX6" fmla="*/ 3203092 w 5660597"/>
                <a:gd name="connsiteY6" fmla="*/ 4889468 h 8675620"/>
                <a:gd name="connsiteX7" fmla="*/ 3900846 w 5660597"/>
                <a:gd name="connsiteY7" fmla="*/ 5565939 h 8675620"/>
                <a:gd name="connsiteX8" fmla="*/ 3745790 w 5660597"/>
                <a:gd name="connsiteY8" fmla="*/ 6490197 h 8675620"/>
                <a:gd name="connsiteX9" fmla="*/ 4422262 w 5660597"/>
                <a:gd name="connsiteY9" fmla="*/ 6946245 h 8675620"/>
                <a:gd name="connsiteX10" fmla="*/ 4347774 w 5660597"/>
                <a:gd name="connsiteY10" fmla="*/ 7422056 h 8675620"/>
                <a:gd name="connsiteX11" fmla="*/ 4074145 w 5660597"/>
                <a:gd name="connsiteY11" fmla="*/ 7844661 h 8675620"/>
                <a:gd name="connsiteX12" fmla="*/ 4613802 w 5660597"/>
                <a:gd name="connsiteY12" fmla="*/ 8667068 h 8675620"/>
                <a:gd name="connsiteX13" fmla="*/ 5527419 w 5660597"/>
                <a:gd name="connsiteY13" fmla="*/ 8148693 h 8675620"/>
                <a:gd name="connsiteX14" fmla="*/ 5586706 w 5660597"/>
                <a:gd name="connsiteY14" fmla="*/ 7054177 h 8675620"/>
                <a:gd name="connsiteX15" fmla="*/ 5244669 w 5660597"/>
                <a:gd name="connsiteY15" fmla="*/ 5930778 h 8675620"/>
                <a:gd name="connsiteX16" fmla="*/ 5518298 w 5660597"/>
                <a:gd name="connsiteY16" fmla="*/ 4720730 h 8675620"/>
                <a:gd name="connsiteX17" fmla="*/ 5519819 w 5660597"/>
                <a:gd name="connsiteY17" fmla="*/ 3507641 h 8675620"/>
                <a:gd name="connsiteX18" fmla="*/ 4926955 w 5660597"/>
                <a:gd name="connsiteY18" fmla="*/ 2758202 h 8675620"/>
                <a:gd name="connsiteX19" fmla="*/ 4957359 w 5660597"/>
                <a:gd name="connsiteY19" fmla="*/ 1724492 h 8675620"/>
                <a:gd name="connsiteX20" fmla="*/ 4853987 w 5660597"/>
                <a:gd name="connsiteY20" fmla="*/ 712065 h 8675620"/>
                <a:gd name="connsiteX21" fmla="*/ 3671302 w 5660597"/>
                <a:gd name="connsiteY21" fmla="*/ 509883 h 8675620"/>
                <a:gd name="connsiteX22" fmla="*/ 2692317 w 5660597"/>
                <a:gd name="connsiteY22" fmla="*/ 646698 h 8675620"/>
                <a:gd name="connsiteX23" fmla="*/ 1783261 w 5660597"/>
                <a:gd name="connsiteY23" fmla="*/ 268178 h 8675620"/>
                <a:gd name="connsiteX24" fmla="*/ 197732 w 5660597"/>
                <a:gd name="connsiteY24" fmla="*/ 237775 h 8675620"/>
                <a:gd name="connsiteX25" fmla="*/ 111 w 5660597"/>
                <a:gd name="connsiteY25" fmla="*/ 731827 h 867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60597" h="8675620">
                  <a:moveTo>
                    <a:pt x="111" y="731827"/>
                  </a:moveTo>
                  <a:cubicBezTo>
                    <a:pt x="6192" y="1107307"/>
                    <a:pt x="308704" y="1476706"/>
                    <a:pt x="673543" y="1622641"/>
                  </a:cubicBezTo>
                  <a:cubicBezTo>
                    <a:pt x="1159994" y="1818742"/>
                    <a:pt x="1717894" y="1678887"/>
                    <a:pt x="2227148" y="1805061"/>
                  </a:cubicBezTo>
                  <a:cubicBezTo>
                    <a:pt x="2613269" y="1900831"/>
                    <a:pt x="2956826" y="2154698"/>
                    <a:pt x="3162048" y="2495214"/>
                  </a:cubicBezTo>
                  <a:cubicBezTo>
                    <a:pt x="3367269" y="2835730"/>
                    <a:pt x="3431116" y="3258335"/>
                    <a:pt x="3335346" y="3644456"/>
                  </a:cubicBezTo>
                  <a:cubicBezTo>
                    <a:pt x="3283660" y="3854238"/>
                    <a:pt x="3186370" y="4051859"/>
                    <a:pt x="3133164" y="4263161"/>
                  </a:cubicBezTo>
                  <a:cubicBezTo>
                    <a:pt x="3079959" y="4472944"/>
                    <a:pt x="3078439" y="4711609"/>
                    <a:pt x="3203092" y="4889468"/>
                  </a:cubicBezTo>
                  <a:cubicBezTo>
                    <a:pt x="3393112" y="5160056"/>
                    <a:pt x="3838519" y="5240625"/>
                    <a:pt x="3900846" y="5565939"/>
                  </a:cubicBezTo>
                  <a:cubicBezTo>
                    <a:pt x="3961653" y="5882133"/>
                    <a:pt x="3592253" y="6207447"/>
                    <a:pt x="3745790" y="6490197"/>
                  </a:cubicBezTo>
                  <a:cubicBezTo>
                    <a:pt x="3878044" y="6734943"/>
                    <a:pt x="4288488" y="6701500"/>
                    <a:pt x="4422262" y="6946245"/>
                  </a:cubicBezTo>
                  <a:cubicBezTo>
                    <a:pt x="4502830" y="7093701"/>
                    <a:pt x="4440504" y="7280681"/>
                    <a:pt x="4347774" y="7422056"/>
                  </a:cubicBezTo>
                  <a:cubicBezTo>
                    <a:pt x="4255044" y="7561911"/>
                    <a:pt x="4130390" y="7686564"/>
                    <a:pt x="4074145" y="7844661"/>
                  </a:cubicBezTo>
                  <a:cubicBezTo>
                    <a:pt x="3947971" y="8197338"/>
                    <a:pt x="4244403" y="8609302"/>
                    <a:pt x="4613802" y="8667068"/>
                  </a:cubicBezTo>
                  <a:cubicBezTo>
                    <a:pt x="4983201" y="8724834"/>
                    <a:pt x="5358681" y="8483129"/>
                    <a:pt x="5527419" y="8148693"/>
                  </a:cubicBezTo>
                  <a:cubicBezTo>
                    <a:pt x="5697677" y="7815778"/>
                    <a:pt x="5690076" y="7412935"/>
                    <a:pt x="5586706" y="7054177"/>
                  </a:cubicBezTo>
                  <a:cubicBezTo>
                    <a:pt x="5478774" y="6675657"/>
                    <a:pt x="5272032" y="6321460"/>
                    <a:pt x="5244669" y="5930778"/>
                  </a:cubicBezTo>
                  <a:cubicBezTo>
                    <a:pt x="5215786" y="5515774"/>
                    <a:pt x="5390605" y="5117492"/>
                    <a:pt x="5518298" y="4720730"/>
                  </a:cubicBezTo>
                  <a:cubicBezTo>
                    <a:pt x="5645992" y="4323968"/>
                    <a:pt x="5725040" y="3870960"/>
                    <a:pt x="5519819" y="3507641"/>
                  </a:cubicBezTo>
                  <a:cubicBezTo>
                    <a:pt x="5361721" y="3229452"/>
                    <a:pt x="5057689" y="3050073"/>
                    <a:pt x="4926955" y="2758202"/>
                  </a:cubicBezTo>
                  <a:cubicBezTo>
                    <a:pt x="4782540" y="2437448"/>
                    <a:pt x="4879830" y="2066528"/>
                    <a:pt x="4957359" y="1724492"/>
                  </a:cubicBezTo>
                  <a:cubicBezTo>
                    <a:pt x="5034887" y="1380936"/>
                    <a:pt x="5077451" y="984174"/>
                    <a:pt x="4853987" y="712065"/>
                  </a:cubicBezTo>
                  <a:cubicBezTo>
                    <a:pt x="4586439" y="385230"/>
                    <a:pt x="4081745" y="408033"/>
                    <a:pt x="3671302" y="509883"/>
                  </a:cubicBezTo>
                  <a:cubicBezTo>
                    <a:pt x="3358148" y="587412"/>
                    <a:pt x="3014592" y="716625"/>
                    <a:pt x="2692317" y="646698"/>
                  </a:cubicBezTo>
                  <a:cubicBezTo>
                    <a:pt x="2370043" y="576770"/>
                    <a:pt x="2076652" y="411073"/>
                    <a:pt x="1783261" y="268178"/>
                  </a:cubicBezTo>
                  <a:cubicBezTo>
                    <a:pt x="1334813" y="50795"/>
                    <a:pt x="597535" y="-192431"/>
                    <a:pt x="197732" y="237775"/>
                  </a:cubicBezTo>
                  <a:cubicBezTo>
                    <a:pt x="56357" y="391311"/>
                    <a:pt x="-2929" y="563089"/>
                    <a:pt x="111" y="731827"/>
                  </a:cubicBezTo>
                  <a:close/>
                </a:path>
              </a:pathLst>
            </a:custGeom>
            <a:solidFill>
              <a:srgbClr val="4AA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960759" y="-899399"/>
              <a:ext cx="3532175" cy="3492835"/>
            </a:xfrm>
            <a:custGeom>
              <a:avLst/>
              <a:gdLst>
                <a:gd name="connsiteX0" fmla="*/ 778 w 3532175"/>
                <a:gd name="connsiteY0" fmla="*/ 756021 h 3492835"/>
                <a:gd name="connsiteX1" fmla="*/ 303290 w 3532175"/>
                <a:gd name="connsiteY1" fmla="*/ 1271356 h 3492835"/>
                <a:gd name="connsiteX2" fmla="*/ 847508 w 3532175"/>
                <a:gd name="connsiteY2" fmla="*/ 1435533 h 3492835"/>
                <a:gd name="connsiteX3" fmla="*/ 1344601 w 3532175"/>
                <a:gd name="connsiteY3" fmla="*/ 1692440 h 3492835"/>
                <a:gd name="connsiteX4" fmla="*/ 1492057 w 3532175"/>
                <a:gd name="connsiteY4" fmla="*/ 2209295 h 3492835"/>
                <a:gd name="connsiteX5" fmla="*/ 1729202 w 3532175"/>
                <a:gd name="connsiteY5" fmla="*/ 2679025 h 3492835"/>
                <a:gd name="connsiteX6" fmla="*/ 2206533 w 3532175"/>
                <a:gd name="connsiteY6" fmla="*/ 2815839 h 3492835"/>
                <a:gd name="connsiteX7" fmla="*/ 2509045 w 3532175"/>
                <a:gd name="connsiteY7" fmla="*/ 3179158 h 3492835"/>
                <a:gd name="connsiteX8" fmla="*/ 2855642 w 3532175"/>
                <a:gd name="connsiteY8" fmla="*/ 3487751 h 3492835"/>
                <a:gd name="connsiteX9" fmla="*/ 3194638 w 3532175"/>
                <a:gd name="connsiteY9" fmla="*/ 3366138 h 3492835"/>
                <a:gd name="connsiteX10" fmla="*/ 3383138 w 3532175"/>
                <a:gd name="connsiteY10" fmla="*/ 3046904 h 3492835"/>
                <a:gd name="connsiteX11" fmla="*/ 3349694 w 3532175"/>
                <a:gd name="connsiteY11" fmla="*/ 1323041 h 3492835"/>
                <a:gd name="connsiteX12" fmla="*/ 3130791 w 3532175"/>
                <a:gd name="connsiteY12" fmla="*/ 762102 h 3492835"/>
                <a:gd name="connsiteX13" fmla="*/ 2993976 w 3532175"/>
                <a:gd name="connsiteY13" fmla="*/ 158598 h 3492835"/>
                <a:gd name="connsiteX14" fmla="*/ 2501444 w 3532175"/>
                <a:gd name="connsiteY14" fmla="*/ 9622 h 3492835"/>
                <a:gd name="connsiteX15" fmla="*/ 2001311 w 3532175"/>
                <a:gd name="connsiteY15" fmla="*/ 208763 h 3492835"/>
                <a:gd name="connsiteX16" fmla="*/ 1484456 w 3532175"/>
                <a:gd name="connsiteY16" fmla="*/ 345578 h 3492835"/>
                <a:gd name="connsiteX17" fmla="*/ 1052730 w 3532175"/>
                <a:gd name="connsiteY17" fmla="*/ 202682 h 3492835"/>
                <a:gd name="connsiteX18" fmla="*/ 278968 w 3532175"/>
                <a:gd name="connsiteY18" fmla="*/ 182920 h 3492835"/>
                <a:gd name="connsiteX19" fmla="*/ 778 w 3532175"/>
                <a:gd name="connsiteY19" fmla="*/ 756021 h 349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2175" h="3492835">
                  <a:moveTo>
                    <a:pt x="778" y="756021"/>
                  </a:moveTo>
                  <a:cubicBezTo>
                    <a:pt x="11419" y="962763"/>
                    <a:pt x="128472" y="1160384"/>
                    <a:pt x="303290" y="1271356"/>
                  </a:cubicBezTo>
                  <a:cubicBezTo>
                    <a:pt x="464427" y="1371686"/>
                    <a:pt x="660528" y="1396009"/>
                    <a:pt x="847508" y="1435533"/>
                  </a:cubicBezTo>
                  <a:cubicBezTo>
                    <a:pt x="1034488" y="1475057"/>
                    <a:pt x="1230589" y="1540424"/>
                    <a:pt x="1344601" y="1692440"/>
                  </a:cubicBezTo>
                  <a:cubicBezTo>
                    <a:pt x="1452533" y="1836856"/>
                    <a:pt x="1466214" y="2029916"/>
                    <a:pt x="1492057" y="2209295"/>
                  </a:cubicBezTo>
                  <a:cubicBezTo>
                    <a:pt x="1517900" y="2388674"/>
                    <a:pt x="1574145" y="2584775"/>
                    <a:pt x="1729202" y="2679025"/>
                  </a:cubicBezTo>
                  <a:cubicBezTo>
                    <a:pt x="1872097" y="2765674"/>
                    <a:pt x="2059077" y="2739831"/>
                    <a:pt x="2206533" y="2815839"/>
                  </a:cubicBezTo>
                  <a:cubicBezTo>
                    <a:pt x="2347908" y="2888807"/>
                    <a:pt x="2426956" y="3042343"/>
                    <a:pt x="2509045" y="3179158"/>
                  </a:cubicBezTo>
                  <a:cubicBezTo>
                    <a:pt x="2589613" y="3317493"/>
                    <a:pt x="2699065" y="3460388"/>
                    <a:pt x="2855642" y="3487751"/>
                  </a:cubicBezTo>
                  <a:cubicBezTo>
                    <a:pt x="2978775" y="3510553"/>
                    <a:pt x="3106468" y="3454307"/>
                    <a:pt x="3194638" y="3366138"/>
                  </a:cubicBezTo>
                  <a:cubicBezTo>
                    <a:pt x="3282807" y="3277968"/>
                    <a:pt x="3339053" y="3162436"/>
                    <a:pt x="3383138" y="3046904"/>
                  </a:cubicBezTo>
                  <a:cubicBezTo>
                    <a:pt x="3592920" y="2496606"/>
                    <a:pt x="3580759" y="1865739"/>
                    <a:pt x="3349694" y="1323041"/>
                  </a:cubicBezTo>
                  <a:cubicBezTo>
                    <a:pt x="3270646" y="1137582"/>
                    <a:pt x="3167275" y="959723"/>
                    <a:pt x="3130791" y="762102"/>
                  </a:cubicBezTo>
                  <a:cubicBezTo>
                    <a:pt x="3092787" y="556880"/>
                    <a:pt x="3124710" y="322775"/>
                    <a:pt x="2993976" y="158598"/>
                  </a:cubicBezTo>
                  <a:cubicBezTo>
                    <a:pt x="2881485" y="18743"/>
                    <a:pt x="2679303" y="-20781"/>
                    <a:pt x="2501444" y="9622"/>
                  </a:cubicBezTo>
                  <a:cubicBezTo>
                    <a:pt x="2323585" y="41545"/>
                    <a:pt x="2162448" y="131235"/>
                    <a:pt x="2001311" y="208763"/>
                  </a:cubicBezTo>
                  <a:cubicBezTo>
                    <a:pt x="1838653" y="287812"/>
                    <a:pt x="1663835" y="357739"/>
                    <a:pt x="1484456" y="345578"/>
                  </a:cubicBezTo>
                  <a:cubicBezTo>
                    <a:pt x="1332440" y="334936"/>
                    <a:pt x="1191065" y="266529"/>
                    <a:pt x="1052730" y="202682"/>
                  </a:cubicBezTo>
                  <a:cubicBezTo>
                    <a:pt x="788222" y="79549"/>
                    <a:pt x="544996" y="33945"/>
                    <a:pt x="278968" y="182920"/>
                  </a:cubicBezTo>
                  <a:cubicBezTo>
                    <a:pt x="88947" y="289332"/>
                    <a:pt x="-9863" y="546239"/>
                    <a:pt x="778" y="756021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3691792" y="2459504"/>
            <a:ext cx="48084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PRESENTATION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POWERPOINT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zh-CN" sz="4800" dirty="0">
                <a:gradFill>
                  <a:gsLst>
                    <a:gs pos="0">
                      <a:srgbClr val="66BAAB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rial Black" panose="020B0A04020102020204" pitchFamily="34" charset="0"/>
              </a:rPr>
              <a:t>THANK YOU</a:t>
            </a:r>
            <a:endParaRPr lang="en-US" altLang="zh-CN" sz="4800" dirty="0">
              <a:gradFill>
                <a:gsLst>
                  <a:gs pos="0">
                    <a:srgbClr val="66BAAB"/>
                  </a:gs>
                  <a:gs pos="100000">
                    <a:srgbClr val="4AA898"/>
                  </a:gs>
                </a:gsLst>
                <a:lin ang="2700000" scaled="0"/>
              </a:gradFill>
              <a:latin typeface="Arial Black" panose="020B0A040201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66920" y="5612637"/>
            <a:ext cx="5858160" cy="69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Supporting text here. Keep your notes concise and relevant, eliminating extraneous content. Supporting text here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已停用母版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已停用母版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1098</Words>
  <Application>WPS 演示</Application>
  <PresentationFormat>宽屏</PresentationFormat>
  <Paragraphs>110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43" baseType="lpstr">
      <vt:lpstr>Arial</vt:lpstr>
      <vt:lpstr>宋体</vt:lpstr>
      <vt:lpstr>Wingdings</vt:lpstr>
      <vt:lpstr>黑体</vt:lpstr>
      <vt:lpstr>Lato</vt:lpstr>
      <vt:lpstr>Calibri</vt:lpstr>
      <vt:lpstr>思源黑体 CN Light</vt:lpstr>
      <vt:lpstr>Open Sans</vt:lpstr>
      <vt:lpstr>Arial Black</vt:lpstr>
      <vt:lpstr>Akrobat Black</vt:lpstr>
      <vt:lpstr>Segoe Print</vt:lpstr>
      <vt:lpstr>思源黑体 CN Bold</vt:lpstr>
      <vt:lpstr>Lato Black</vt:lpstr>
      <vt:lpstr>微软雅黑</vt:lpstr>
      <vt:lpstr>Arial Unicode MS</vt:lpstr>
      <vt:lpstr>等线</vt:lpstr>
      <vt:lpstr>Archivo Black</vt:lpstr>
      <vt:lpstr>Archivo</vt:lpstr>
      <vt:lpstr>Yu Gothic UI Semibold</vt:lpstr>
      <vt:lpstr>Yu Gothic UI</vt:lpstr>
      <vt:lpstr>Cambria Math</vt:lpstr>
      <vt:lpstr>Malgun Gothic</vt:lpstr>
      <vt:lpstr>思源黑体 CN Bold</vt:lpstr>
      <vt:lpstr>思源黑体 CN Light</vt:lpstr>
      <vt:lpstr>Open Sans</vt:lpstr>
      <vt:lpstr>已停用母版样式</vt:lpstr>
      <vt:lpstr>1_已停用母版样式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我想知道名字可以起多长</cp:lastModifiedBy>
  <cp:revision>48</cp:revision>
  <dcterms:created xsi:type="dcterms:W3CDTF">2019-12-14T01:13:00Z</dcterms:created>
  <dcterms:modified xsi:type="dcterms:W3CDTF">2025-12-23T12:06:45Z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A67A169378304719AF4A1D90AD8C8A99_12</vt:lpwstr>
  </property>
</Properties>
</file>